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6" r:id="rId7"/>
    <p:sldId id="269" r:id="rId8"/>
    <p:sldId id="276" r:id="rId9"/>
    <p:sldId id="277" r:id="rId10"/>
    <p:sldId id="274" r:id="rId11"/>
    <p:sldId id="275" r:id="rId12"/>
    <p:sldId id="273" r:id="rId13"/>
    <p:sldId id="272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CA898F-419C-4687-8AC8-A617270B2C0D}" v="45" dt="2026-08-29T05:44:04.9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370" y="18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. Sivarangjenii" userId="6a1ad3bd27ff0c4f" providerId="LiveId" clId="{C5D502D5-499E-41D2-909C-CF4C9B8B2576}"/>
    <pc:docChg chg="undo custSel addSld delSld modSld sldOrd">
      <pc:chgData name="B. Sivarangjenii" userId="6a1ad3bd27ff0c4f" providerId="LiveId" clId="{C5D502D5-499E-41D2-909C-CF4C9B8B2576}" dt="2026-08-29T05:44:13.431" v="768" actId="1076"/>
      <pc:docMkLst>
        <pc:docMk/>
      </pc:docMkLst>
      <pc:sldChg chg="addSp delSp modSp mod">
        <pc:chgData name="B. Sivarangjenii" userId="6a1ad3bd27ff0c4f" providerId="LiveId" clId="{C5D502D5-499E-41D2-909C-CF4C9B8B2576}" dt="2026-08-29T05:22:04.508" v="754" actId="20577"/>
        <pc:sldMkLst>
          <pc:docMk/>
          <pc:sldMk cId="0" sldId="256"/>
        </pc:sldMkLst>
        <pc:spChg chg="mod">
          <ac:chgData name="B. Sivarangjenii" userId="6a1ad3bd27ff0c4f" providerId="LiveId" clId="{C5D502D5-499E-41D2-909C-CF4C9B8B2576}" dt="2026-08-29T03:52:37.863" v="641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5:22:04.508" v="75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31:56.369" v="16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52:44.976" v="642" actId="1392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B. Sivarangjenii" userId="6a1ad3bd27ff0c4f" providerId="LiveId" clId="{C5D502D5-499E-41D2-909C-CF4C9B8B2576}" dt="2026-08-29T03:32:09.104" v="164"/>
          <ac:spMkLst>
            <pc:docMk/>
            <pc:sldMk cId="0" sldId="256"/>
            <ac:spMk id="7" creationId="{DC7DDC68-B3FA-EDB4-DC7C-E671BCC4812D}"/>
          </ac:spMkLst>
        </pc:spChg>
        <pc:spChg chg="add mod">
          <ac:chgData name="B. Sivarangjenii" userId="6a1ad3bd27ff0c4f" providerId="LiveId" clId="{C5D502D5-499E-41D2-909C-CF4C9B8B2576}" dt="2026-08-29T03:52:49.148" v="643" actId="1076"/>
          <ac:spMkLst>
            <pc:docMk/>
            <pc:sldMk cId="0" sldId="256"/>
            <ac:spMk id="9" creationId="{7B514CD3-38D0-E458-1A07-3552B56E3A8C}"/>
          </ac:spMkLst>
        </pc:spChg>
      </pc:sldChg>
      <pc:sldChg chg="modSp del mod">
        <pc:chgData name="B. Sivarangjenii" userId="6a1ad3bd27ff0c4f" providerId="LiveId" clId="{C5D502D5-499E-41D2-909C-CF4C9B8B2576}" dt="2026-08-29T03:33:44.894" v="182" actId="47"/>
        <pc:sldMkLst>
          <pc:docMk/>
          <pc:sldMk cId="0" sldId="257"/>
        </pc:sldMkLst>
      </pc:sldChg>
      <pc:sldChg chg="del">
        <pc:chgData name="B. Sivarangjenii" userId="6a1ad3bd27ff0c4f" providerId="LiveId" clId="{C5D502D5-499E-41D2-909C-CF4C9B8B2576}" dt="2026-08-29T03:33:52.182" v="186" actId="47"/>
        <pc:sldMkLst>
          <pc:docMk/>
          <pc:sldMk cId="0" sldId="258"/>
        </pc:sldMkLst>
      </pc:sldChg>
      <pc:sldChg chg="modSp mod">
        <pc:chgData name="B. Sivarangjenii" userId="6a1ad3bd27ff0c4f" providerId="LiveId" clId="{C5D502D5-499E-41D2-909C-CF4C9B8B2576}" dt="2026-08-29T05:44:13.431" v="768" actId="1076"/>
        <pc:sldMkLst>
          <pc:docMk/>
          <pc:sldMk cId="0" sldId="259"/>
        </pc:sldMkLst>
        <pc:spChg chg="mod">
          <ac:chgData name="B. Sivarangjenii" userId="6a1ad3bd27ff0c4f" providerId="LiveId" clId="{C5D502D5-499E-41D2-909C-CF4C9B8B2576}" dt="2026-08-29T05:44:13.431" v="76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34:39.765" v="196" actId="5793"/>
          <ac:spMkLst>
            <pc:docMk/>
            <pc:sldMk cId="0" sldId="259"/>
            <ac:spMk id="3" creationId="{00000000-0000-0000-0000-000000000000}"/>
          </ac:spMkLst>
        </pc:spChg>
        <pc:picChg chg="mod">
          <ac:chgData name="B. Sivarangjenii" userId="6a1ad3bd27ff0c4f" providerId="LiveId" clId="{C5D502D5-499E-41D2-909C-CF4C9B8B2576}" dt="2026-08-29T03:53:22.588" v="646" actId="14100"/>
          <ac:picMkLst>
            <pc:docMk/>
            <pc:sldMk cId="0" sldId="259"/>
            <ac:picMk id="4" creationId="{00000000-0000-0000-0000-000000000000}"/>
          </ac:picMkLst>
        </pc:picChg>
        <pc:picChg chg="mod">
          <ac:chgData name="B. Sivarangjenii" userId="6a1ad3bd27ff0c4f" providerId="LiveId" clId="{C5D502D5-499E-41D2-909C-CF4C9B8B2576}" dt="2026-08-29T03:53:26.098" v="647" actId="14100"/>
          <ac:picMkLst>
            <pc:docMk/>
            <pc:sldMk cId="0" sldId="259"/>
            <ac:picMk id="5" creationId="{00000000-0000-0000-0000-000000000000}"/>
          </ac:picMkLst>
        </pc:picChg>
      </pc:sldChg>
      <pc:sldChg chg="modSp mod">
        <pc:chgData name="B. Sivarangjenii" userId="6a1ad3bd27ff0c4f" providerId="LiveId" clId="{C5D502D5-499E-41D2-909C-CF4C9B8B2576}" dt="2026-08-29T03:55:55.097" v="683" actId="1076"/>
        <pc:sldMkLst>
          <pc:docMk/>
          <pc:sldMk cId="0" sldId="260"/>
        </pc:sldMkLst>
        <pc:spChg chg="mod">
          <ac:chgData name="B. Sivarangjenii" userId="6a1ad3bd27ff0c4f" providerId="LiveId" clId="{C5D502D5-499E-41D2-909C-CF4C9B8B2576}" dt="2026-08-29T03:55:55.097" v="683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36:07.687" v="228" actId="1076"/>
          <ac:spMkLst>
            <pc:docMk/>
            <pc:sldMk cId="0" sldId="260"/>
            <ac:spMk id="3" creationId="{00000000-0000-0000-0000-000000000000}"/>
          </ac:spMkLst>
        </pc:spChg>
        <pc:picChg chg="mod">
          <ac:chgData name="B. Sivarangjenii" userId="6a1ad3bd27ff0c4f" providerId="LiveId" clId="{C5D502D5-499E-41D2-909C-CF4C9B8B2576}" dt="2026-08-29T03:53:34.918" v="649" actId="14100"/>
          <ac:picMkLst>
            <pc:docMk/>
            <pc:sldMk cId="0" sldId="260"/>
            <ac:picMk id="4" creationId="{00000000-0000-0000-0000-000000000000}"/>
          </ac:picMkLst>
        </pc:picChg>
        <pc:picChg chg="mod">
          <ac:chgData name="B. Sivarangjenii" userId="6a1ad3bd27ff0c4f" providerId="LiveId" clId="{C5D502D5-499E-41D2-909C-CF4C9B8B2576}" dt="2026-08-29T03:53:37.796" v="650" actId="14100"/>
          <ac:picMkLst>
            <pc:docMk/>
            <pc:sldMk cId="0" sldId="260"/>
            <ac:picMk id="5" creationId="{00000000-0000-0000-0000-000000000000}"/>
          </ac:picMkLst>
        </pc:picChg>
      </pc:sldChg>
      <pc:sldChg chg="addSp delSp modSp mod">
        <pc:chgData name="B. Sivarangjenii" userId="6a1ad3bd27ff0c4f" providerId="LiveId" clId="{C5D502D5-499E-41D2-909C-CF4C9B8B2576}" dt="2026-08-29T03:55:59.779" v="684" actId="1076"/>
        <pc:sldMkLst>
          <pc:docMk/>
          <pc:sldMk cId="0" sldId="261"/>
        </pc:sldMkLst>
        <pc:spChg chg="mod">
          <ac:chgData name="B. Sivarangjenii" userId="6a1ad3bd27ff0c4f" providerId="LiveId" clId="{C5D502D5-499E-41D2-909C-CF4C9B8B2576}" dt="2026-08-29T03:55:59.779" v="684" actId="1076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B. Sivarangjenii" userId="6a1ad3bd27ff0c4f" providerId="LiveId" clId="{C5D502D5-499E-41D2-909C-CF4C9B8B2576}" dt="2026-08-29T03:38:13.893" v="277" actId="1076"/>
          <ac:spMkLst>
            <pc:docMk/>
            <pc:sldMk cId="0" sldId="261"/>
            <ac:spMk id="9" creationId="{B6CB08E2-A082-825A-0252-1FC9C077D3C7}"/>
          </ac:spMkLst>
        </pc:spChg>
        <pc:graphicFrameChg chg="del">
          <ac:chgData name="B. Sivarangjenii" userId="6a1ad3bd27ff0c4f" providerId="LiveId" clId="{C5D502D5-499E-41D2-909C-CF4C9B8B2576}" dt="2026-08-29T03:36:15.856" v="229" actId="478"/>
          <ac:graphicFrameMkLst>
            <pc:docMk/>
            <pc:sldMk cId="0" sldId="261"/>
            <ac:graphicFrameMk id="4" creationId="{00000000-0000-0000-0000-000000000000}"/>
          </ac:graphicFrameMkLst>
        </pc:graphicFrameChg>
        <pc:picChg chg="del">
          <ac:chgData name="B. Sivarangjenii" userId="6a1ad3bd27ff0c4f" providerId="LiveId" clId="{C5D502D5-499E-41D2-909C-CF4C9B8B2576}" dt="2026-08-29T03:36:17.127" v="230" actId="478"/>
          <ac:picMkLst>
            <pc:docMk/>
            <pc:sldMk cId="0" sldId="261"/>
            <ac:picMk id="3" creationId="{00000000-0000-0000-0000-000000000000}"/>
          </ac:picMkLst>
        </pc:picChg>
      </pc:sldChg>
      <pc:sldChg chg="del ord">
        <pc:chgData name="B. Sivarangjenii" userId="6a1ad3bd27ff0c4f" providerId="LiveId" clId="{C5D502D5-499E-41D2-909C-CF4C9B8B2576}" dt="2026-08-29T03:44:40.919" v="432" actId="47"/>
        <pc:sldMkLst>
          <pc:docMk/>
          <pc:sldMk cId="0" sldId="262"/>
        </pc:sldMkLst>
      </pc:sldChg>
      <pc:sldChg chg="modSp mod">
        <pc:chgData name="B. Sivarangjenii" userId="6a1ad3bd27ff0c4f" providerId="LiveId" clId="{C5D502D5-499E-41D2-909C-CF4C9B8B2576}" dt="2026-08-29T03:56:06.059" v="685" actId="1076"/>
        <pc:sldMkLst>
          <pc:docMk/>
          <pc:sldMk cId="0" sldId="263"/>
        </pc:sldMkLst>
        <pc:spChg chg="mod">
          <ac:chgData name="B. Sivarangjenii" userId="6a1ad3bd27ff0c4f" providerId="LiveId" clId="{C5D502D5-499E-41D2-909C-CF4C9B8B2576}" dt="2026-08-29T03:56:06.059" v="685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39:38.025" v="346" actId="2710"/>
          <ac:spMkLst>
            <pc:docMk/>
            <pc:sldMk cId="0" sldId="263"/>
            <ac:spMk id="5" creationId="{1CBBE795-CA96-7DB5-1462-CCA400A04040}"/>
          </ac:spMkLst>
        </pc:spChg>
        <pc:picChg chg="mod">
          <ac:chgData name="B. Sivarangjenii" userId="6a1ad3bd27ff0c4f" providerId="LiveId" clId="{C5D502D5-499E-41D2-909C-CF4C9B8B2576}" dt="2026-08-29T03:53:59.097" v="653" actId="14100"/>
          <ac:picMkLst>
            <pc:docMk/>
            <pc:sldMk cId="0" sldId="263"/>
            <ac:picMk id="3" creationId="{00000000-0000-0000-0000-000000000000}"/>
          </ac:picMkLst>
        </pc:picChg>
        <pc:picChg chg="mod">
          <ac:chgData name="B. Sivarangjenii" userId="6a1ad3bd27ff0c4f" providerId="LiveId" clId="{C5D502D5-499E-41D2-909C-CF4C9B8B2576}" dt="2026-08-29T03:54:03.279" v="654" actId="14100"/>
          <ac:picMkLst>
            <pc:docMk/>
            <pc:sldMk cId="0" sldId="263"/>
            <ac:picMk id="4" creationId="{00000000-0000-0000-0000-000000000000}"/>
          </ac:picMkLst>
        </pc:picChg>
      </pc:sldChg>
      <pc:sldChg chg="modSp mod">
        <pc:chgData name="B. Sivarangjenii" userId="6a1ad3bd27ff0c4f" providerId="LiveId" clId="{C5D502D5-499E-41D2-909C-CF4C9B8B2576}" dt="2026-08-29T03:56:17.529" v="686" actId="1076"/>
        <pc:sldMkLst>
          <pc:docMk/>
          <pc:sldMk cId="0" sldId="266"/>
        </pc:sldMkLst>
        <pc:spChg chg="mod">
          <ac:chgData name="B. Sivarangjenii" userId="6a1ad3bd27ff0c4f" providerId="LiveId" clId="{C5D502D5-499E-41D2-909C-CF4C9B8B2576}" dt="2026-08-29T03:56:17.529" v="686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41:26.816" v="371" actId="1076"/>
          <ac:spMkLst>
            <pc:docMk/>
            <pc:sldMk cId="0" sldId="266"/>
            <ac:spMk id="6" creationId="{5130C4BA-D073-E5DC-DDA8-CF9F229D2045}"/>
          </ac:spMkLst>
        </pc:spChg>
      </pc:sldChg>
      <pc:sldChg chg="modSp mod ord">
        <pc:chgData name="B. Sivarangjenii" userId="6a1ad3bd27ff0c4f" providerId="LiveId" clId="{C5D502D5-499E-41D2-909C-CF4C9B8B2576}" dt="2026-08-29T03:56:23.278" v="687" actId="1076"/>
        <pc:sldMkLst>
          <pc:docMk/>
          <pc:sldMk cId="0" sldId="269"/>
        </pc:sldMkLst>
        <pc:spChg chg="mod">
          <ac:chgData name="B. Sivarangjenii" userId="6a1ad3bd27ff0c4f" providerId="LiveId" clId="{C5D502D5-499E-41D2-909C-CF4C9B8B2576}" dt="2026-08-29T03:56:23.278" v="687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54:35.024" v="662" actId="1076"/>
          <ac:spMkLst>
            <pc:docMk/>
            <pc:sldMk cId="0" sldId="269"/>
            <ac:spMk id="5" creationId="{400C9FC2-3125-3469-6FE4-D2040AEEB35B}"/>
          </ac:spMkLst>
        </pc:spChg>
        <pc:picChg chg="mod">
          <ac:chgData name="B. Sivarangjenii" userId="6a1ad3bd27ff0c4f" providerId="LiveId" clId="{C5D502D5-499E-41D2-909C-CF4C9B8B2576}" dt="2026-08-29T03:54:20.114" v="657" actId="14100"/>
          <ac:picMkLst>
            <pc:docMk/>
            <pc:sldMk cId="0" sldId="269"/>
            <ac:picMk id="3" creationId="{00000000-0000-0000-0000-000000000000}"/>
          </ac:picMkLst>
        </pc:picChg>
        <pc:picChg chg="mod">
          <ac:chgData name="B. Sivarangjenii" userId="6a1ad3bd27ff0c4f" providerId="LiveId" clId="{C5D502D5-499E-41D2-909C-CF4C9B8B2576}" dt="2026-08-29T03:54:24.931" v="659" actId="14100"/>
          <ac:picMkLst>
            <pc:docMk/>
            <pc:sldMk cId="0" sldId="269"/>
            <ac:picMk id="4" creationId="{00000000-0000-0000-0000-000000000000}"/>
          </ac:picMkLst>
        </pc:picChg>
      </pc:sldChg>
      <pc:sldChg chg="delSp modSp mod ord">
        <pc:chgData name="B. Sivarangjenii" userId="6a1ad3bd27ff0c4f" providerId="LiveId" clId="{C5D502D5-499E-41D2-909C-CF4C9B8B2576}" dt="2026-08-29T03:44:24.035" v="424"/>
        <pc:sldMkLst>
          <pc:docMk/>
          <pc:sldMk cId="0" sldId="272"/>
        </pc:sldMkLst>
        <pc:spChg chg="del mod">
          <ac:chgData name="B. Sivarangjenii" userId="6a1ad3bd27ff0c4f" providerId="LiveId" clId="{C5D502D5-499E-41D2-909C-CF4C9B8B2576}" dt="2026-08-29T03:43:39.481" v="411" actId="478"/>
          <ac:spMkLst>
            <pc:docMk/>
            <pc:sldMk cId="0" sldId="272"/>
            <ac:spMk id="3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44:17.174" v="422" actId="1076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B. Sivarangjenii" userId="6a1ad3bd27ff0c4f" providerId="LiveId" clId="{C5D502D5-499E-41D2-909C-CF4C9B8B2576}" dt="2026-08-29T03:56:53.689" v="691" actId="1076"/>
        <pc:sldMkLst>
          <pc:docMk/>
          <pc:sldMk cId="0" sldId="273"/>
        </pc:sldMkLst>
        <pc:spChg chg="mod">
          <ac:chgData name="B. Sivarangjenii" userId="6a1ad3bd27ff0c4f" providerId="LiveId" clId="{C5D502D5-499E-41D2-909C-CF4C9B8B2576}" dt="2026-08-29T03:56:53.689" v="691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B. Sivarangjenii" userId="6a1ad3bd27ff0c4f" providerId="LiveId" clId="{C5D502D5-499E-41D2-909C-CF4C9B8B2576}" dt="2026-08-29T03:45:10.768" v="439" actId="1076"/>
          <ac:spMkLst>
            <pc:docMk/>
            <pc:sldMk cId="0" sldId="273"/>
            <ac:spMk id="3" creationId="{00000000-0000-0000-0000-000000000000}"/>
          </ac:spMkLst>
        </pc:spChg>
      </pc:sldChg>
      <pc:sldChg chg="del ord">
        <pc:chgData name="B. Sivarangjenii" userId="6a1ad3bd27ff0c4f" providerId="LiveId" clId="{C5D502D5-499E-41D2-909C-CF4C9B8B2576}" dt="2026-08-29T03:44:39.185" v="431" actId="47"/>
        <pc:sldMkLst>
          <pc:docMk/>
          <pc:sldMk cId="0" sldId="274"/>
        </pc:sldMkLst>
      </pc:sldChg>
      <pc:sldChg chg="modSp add mod">
        <pc:chgData name="B. Sivarangjenii" userId="6a1ad3bd27ff0c4f" providerId="LiveId" clId="{C5D502D5-499E-41D2-909C-CF4C9B8B2576}" dt="2026-08-29T03:56:44.243" v="690" actId="1076"/>
        <pc:sldMkLst>
          <pc:docMk/>
          <pc:sldMk cId="2158423101" sldId="274"/>
        </pc:sldMkLst>
        <pc:spChg chg="mod">
          <ac:chgData name="B. Sivarangjenii" userId="6a1ad3bd27ff0c4f" providerId="LiveId" clId="{C5D502D5-499E-41D2-909C-CF4C9B8B2576}" dt="2026-08-29T03:56:44.243" v="690" actId="1076"/>
          <ac:spMkLst>
            <pc:docMk/>
            <pc:sldMk cId="2158423101" sldId="274"/>
            <ac:spMk id="2" creationId="{5C8AC37F-B3EF-113B-2132-D1D1614631B4}"/>
          </ac:spMkLst>
        </pc:spChg>
        <pc:spChg chg="mod">
          <ac:chgData name="B. Sivarangjenii" userId="6a1ad3bd27ff0c4f" providerId="LiveId" clId="{C5D502D5-499E-41D2-909C-CF4C9B8B2576}" dt="2026-08-29T03:55:38.248" v="681" actId="1076"/>
          <ac:spMkLst>
            <pc:docMk/>
            <pc:sldMk cId="2158423101" sldId="274"/>
            <ac:spMk id="6" creationId="{3FDBFAAF-A75F-2099-B1E1-87ECF695927D}"/>
          </ac:spMkLst>
        </pc:spChg>
        <pc:picChg chg="mod">
          <ac:chgData name="B. Sivarangjenii" userId="6a1ad3bd27ff0c4f" providerId="LiveId" clId="{C5D502D5-499E-41D2-909C-CF4C9B8B2576}" dt="2026-08-29T03:55:31.325" v="678" actId="1076"/>
          <ac:picMkLst>
            <pc:docMk/>
            <pc:sldMk cId="2158423101" sldId="274"/>
            <ac:picMk id="3" creationId="{EC9561EF-B070-DEDA-B7A4-9CBA0CB7E5A4}"/>
          </ac:picMkLst>
        </pc:picChg>
        <pc:picChg chg="mod">
          <ac:chgData name="B. Sivarangjenii" userId="6a1ad3bd27ff0c4f" providerId="LiveId" clId="{C5D502D5-499E-41D2-909C-CF4C9B8B2576}" dt="2026-08-29T03:55:35.480" v="680" actId="1076"/>
          <ac:picMkLst>
            <pc:docMk/>
            <pc:sldMk cId="2158423101" sldId="274"/>
            <ac:picMk id="4" creationId="{195720B3-F209-E937-A1E5-27FF45B52A76}"/>
          </ac:picMkLst>
        </pc:picChg>
      </pc:sldChg>
      <pc:sldChg chg="del ord">
        <pc:chgData name="B. Sivarangjenii" userId="6a1ad3bd27ff0c4f" providerId="LiveId" clId="{C5D502D5-499E-41D2-909C-CF4C9B8B2576}" dt="2026-08-29T03:33:49.975" v="185" actId="47"/>
        <pc:sldMkLst>
          <pc:docMk/>
          <pc:sldMk cId="418433128" sldId="275"/>
        </pc:sldMkLst>
      </pc:sldChg>
      <pc:sldChg chg="modSp add mod">
        <pc:chgData name="B. Sivarangjenii" userId="6a1ad3bd27ff0c4f" providerId="LiveId" clId="{C5D502D5-499E-41D2-909C-CF4C9B8B2576}" dt="2026-08-29T03:57:32.323" v="692" actId="2711"/>
        <pc:sldMkLst>
          <pc:docMk/>
          <pc:sldMk cId="3443691053" sldId="275"/>
        </pc:sldMkLst>
        <pc:spChg chg="mod">
          <ac:chgData name="B. Sivarangjenii" userId="6a1ad3bd27ff0c4f" providerId="LiveId" clId="{C5D502D5-499E-41D2-909C-CF4C9B8B2576}" dt="2026-08-29T03:45:57.546" v="446"/>
          <ac:spMkLst>
            <pc:docMk/>
            <pc:sldMk cId="3443691053" sldId="275"/>
            <ac:spMk id="2" creationId="{62D8C54E-9AA0-EA7B-5FF2-994DC21FFD49}"/>
          </ac:spMkLst>
        </pc:spChg>
        <pc:spChg chg="mod">
          <ac:chgData name="B. Sivarangjenii" userId="6a1ad3bd27ff0c4f" providerId="LiveId" clId="{C5D502D5-499E-41D2-909C-CF4C9B8B2576}" dt="2026-08-29T03:57:32.323" v="692" actId="2711"/>
          <ac:spMkLst>
            <pc:docMk/>
            <pc:sldMk cId="3443691053" sldId="275"/>
            <ac:spMk id="6" creationId="{41D8C3AC-92A8-9A23-A5B6-D514459CBB0B}"/>
          </ac:spMkLst>
        </pc:spChg>
      </pc:sldChg>
      <pc:sldChg chg="del">
        <pc:chgData name="B. Sivarangjenii" userId="6a1ad3bd27ff0c4f" providerId="LiveId" clId="{C5D502D5-499E-41D2-909C-CF4C9B8B2576}" dt="2026-08-29T03:33:54.191" v="187" actId="47"/>
        <pc:sldMkLst>
          <pc:docMk/>
          <pc:sldMk cId="660171453" sldId="276"/>
        </pc:sldMkLst>
      </pc:sldChg>
      <pc:sldChg chg="modSp add mod ord">
        <pc:chgData name="B. Sivarangjenii" userId="6a1ad3bd27ff0c4f" providerId="LiveId" clId="{C5D502D5-499E-41D2-909C-CF4C9B8B2576}" dt="2026-08-29T03:56:29.024" v="688" actId="1076"/>
        <pc:sldMkLst>
          <pc:docMk/>
          <pc:sldMk cId="2310612582" sldId="276"/>
        </pc:sldMkLst>
        <pc:spChg chg="mod">
          <ac:chgData name="B. Sivarangjenii" userId="6a1ad3bd27ff0c4f" providerId="LiveId" clId="{C5D502D5-499E-41D2-909C-CF4C9B8B2576}" dt="2026-08-29T03:56:29.024" v="688" actId="1076"/>
          <ac:spMkLst>
            <pc:docMk/>
            <pc:sldMk cId="2310612582" sldId="276"/>
            <ac:spMk id="2" creationId="{B7883015-217E-8D35-C0AF-E4A2C066F08D}"/>
          </ac:spMkLst>
        </pc:spChg>
        <pc:spChg chg="mod">
          <ac:chgData name="B. Sivarangjenii" userId="6a1ad3bd27ff0c4f" providerId="LiveId" clId="{C5D502D5-499E-41D2-909C-CF4C9B8B2576}" dt="2026-08-29T03:54:56.493" v="667" actId="1076"/>
          <ac:spMkLst>
            <pc:docMk/>
            <pc:sldMk cId="2310612582" sldId="276"/>
            <ac:spMk id="6" creationId="{E1015722-33B3-71A7-1C02-613E85441E2E}"/>
          </ac:spMkLst>
        </pc:spChg>
        <pc:picChg chg="mod">
          <ac:chgData name="B. Sivarangjenii" userId="6a1ad3bd27ff0c4f" providerId="LiveId" clId="{C5D502D5-499E-41D2-909C-CF4C9B8B2576}" dt="2026-08-29T03:54:45.148" v="663" actId="14100"/>
          <ac:picMkLst>
            <pc:docMk/>
            <pc:sldMk cId="2310612582" sldId="276"/>
            <ac:picMk id="3" creationId="{4994B80B-3216-9BEB-CD31-C8F69C0485FA}"/>
          </ac:picMkLst>
        </pc:picChg>
        <pc:picChg chg="mod">
          <ac:chgData name="B. Sivarangjenii" userId="6a1ad3bd27ff0c4f" providerId="LiveId" clId="{C5D502D5-499E-41D2-909C-CF4C9B8B2576}" dt="2026-08-29T03:54:53.497" v="666" actId="14100"/>
          <ac:picMkLst>
            <pc:docMk/>
            <pc:sldMk cId="2310612582" sldId="276"/>
            <ac:picMk id="4" creationId="{BD6644AF-D525-8DC1-393B-5E727CD78107}"/>
          </ac:picMkLst>
        </pc:picChg>
      </pc:sldChg>
      <pc:sldChg chg="addSp delSp modSp add mod ord">
        <pc:chgData name="B. Sivarangjenii" userId="6a1ad3bd27ff0c4f" providerId="LiveId" clId="{C5D502D5-499E-41D2-909C-CF4C9B8B2576}" dt="2026-08-29T05:19:38.435" v="706" actId="14100"/>
        <pc:sldMkLst>
          <pc:docMk/>
          <pc:sldMk cId="3986715358" sldId="277"/>
        </pc:sldMkLst>
        <pc:spChg chg="mod">
          <ac:chgData name="B. Sivarangjenii" userId="6a1ad3bd27ff0c4f" providerId="LiveId" clId="{C5D502D5-499E-41D2-909C-CF4C9B8B2576}" dt="2026-08-29T03:56:35.909" v="689" actId="1076"/>
          <ac:spMkLst>
            <pc:docMk/>
            <pc:sldMk cId="3986715358" sldId="277"/>
            <ac:spMk id="2" creationId="{CF932691-8724-AC89-76CA-D865FC962DFC}"/>
          </ac:spMkLst>
        </pc:spChg>
        <pc:spChg chg="add del mod">
          <ac:chgData name="B. Sivarangjenii" userId="6a1ad3bd27ff0c4f" providerId="LiveId" clId="{C5D502D5-499E-41D2-909C-CF4C9B8B2576}" dt="2026-08-29T05:17:36.334" v="701" actId="478"/>
          <ac:spMkLst>
            <pc:docMk/>
            <pc:sldMk cId="3986715358" sldId="277"/>
            <ac:spMk id="3" creationId="{7D2E12AF-17F3-46A7-6160-5B15381F5F57}"/>
          </ac:spMkLst>
        </pc:spChg>
        <pc:spChg chg="del mod">
          <ac:chgData name="B. Sivarangjenii" userId="6a1ad3bd27ff0c4f" providerId="LiveId" clId="{C5D502D5-499E-41D2-909C-CF4C9B8B2576}" dt="2026-08-29T03:55:24.416" v="675"/>
          <ac:spMkLst>
            <pc:docMk/>
            <pc:sldMk cId="3986715358" sldId="277"/>
            <ac:spMk id="4" creationId="{6CE3E437-25F6-6347-47A7-DFA542D2ADAA}"/>
          </ac:spMkLst>
        </pc:spChg>
        <pc:picChg chg="mod">
          <ac:chgData name="B. Sivarangjenii" userId="6a1ad3bd27ff0c4f" providerId="LiveId" clId="{C5D502D5-499E-41D2-909C-CF4C9B8B2576}" dt="2026-08-29T03:55:08.712" v="670" actId="1076"/>
          <ac:picMkLst>
            <pc:docMk/>
            <pc:sldMk cId="3986715358" sldId="277"/>
            <ac:picMk id="5" creationId="{8513B956-6C0C-9CEB-AE24-C64945AED999}"/>
          </ac:picMkLst>
        </pc:picChg>
        <pc:picChg chg="mod">
          <ac:chgData name="B. Sivarangjenii" userId="6a1ad3bd27ff0c4f" providerId="LiveId" clId="{C5D502D5-499E-41D2-909C-CF4C9B8B2576}" dt="2026-08-29T03:55:13.870" v="672" actId="14100"/>
          <ac:picMkLst>
            <pc:docMk/>
            <pc:sldMk cId="3986715358" sldId="277"/>
            <ac:picMk id="6" creationId="{97CD4E52-A7BC-8215-44E4-31DEED1CE345}"/>
          </ac:picMkLst>
        </pc:picChg>
        <pc:picChg chg="add mod">
          <ac:chgData name="B. Sivarangjenii" userId="6a1ad3bd27ff0c4f" providerId="LiveId" clId="{C5D502D5-499E-41D2-909C-CF4C9B8B2576}" dt="2026-08-29T05:19:38.435" v="706" actId="14100"/>
          <ac:picMkLst>
            <pc:docMk/>
            <pc:sldMk cId="3986715358" sldId="277"/>
            <ac:picMk id="7" creationId="{DD15A229-255B-2656-7786-B1AE4964BA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7530" y="-241038"/>
            <a:ext cx="9441561" cy="13699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844" y="1282141"/>
            <a:ext cx="10132060" cy="4558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1328157"/>
            <a:ext cx="8534400" cy="139820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635" algn="ctr">
              <a:lnSpc>
                <a:spcPct val="90000"/>
              </a:lnSpc>
              <a:spcBef>
                <a:spcPts val="535"/>
              </a:spcBef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LEARNQUEST: GAMIFIED &amp; OFFLINE-FIRST LEARNING PLATFORM FOR RURAL STUDENTS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9000" y="4724400"/>
            <a:ext cx="4404995" cy="2009012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lang="en-IN"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BY: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lang="en-IN" sz="2000" spc="-25" dirty="0">
                <a:solidFill>
                  <a:schemeClr val="tx1"/>
                </a:solidFill>
                <a:latin typeface="Times New Roman"/>
                <a:cs typeface="Times New Roman"/>
              </a:rPr>
              <a:t>PRANATHI L(192365049)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lang="en-IN" sz="2000" spc="-25" dirty="0">
                <a:solidFill>
                  <a:schemeClr val="tx1"/>
                </a:solidFill>
                <a:latin typeface="Times New Roman"/>
                <a:cs typeface="Times New Roman"/>
              </a:rPr>
              <a:t>MANASVI(192425084)</a:t>
            </a:r>
            <a:endParaRPr lang="en-IN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marR="5080" algn="ctr">
              <a:lnSpc>
                <a:spcPct val="121700"/>
              </a:lnSpc>
              <a:spcBef>
                <a:spcPts val="10"/>
              </a:spcBef>
            </a:pPr>
            <a:r>
              <a:rPr lang="en-IN" sz="2000" spc="-30" dirty="0">
                <a:latin typeface="Times New Roman"/>
                <a:cs typeface="Times New Roman"/>
              </a:rPr>
              <a:t>SIVARANGJENII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B</a:t>
            </a:r>
            <a:r>
              <a:rPr lang="en-IN"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lang="en-IN" sz="2000" spc="-10" dirty="0">
                <a:latin typeface="Times New Roman"/>
                <a:cs typeface="Times New Roman"/>
              </a:rPr>
              <a:t>192521375</a:t>
            </a:r>
            <a:r>
              <a:rPr sz="2000" spc="-10" dirty="0" smtClean="0">
                <a:latin typeface="Times New Roman"/>
                <a:cs typeface="Times New Roman"/>
              </a:rPr>
              <a:t>)</a:t>
            </a:r>
            <a:endParaRPr lang="en-US" sz="2000" spc="-10" dirty="0" smtClean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21700"/>
              </a:lnSpc>
              <a:spcBef>
                <a:spcPts val="10"/>
              </a:spcBef>
            </a:pPr>
            <a:r>
              <a:rPr lang="en-US" sz="2000" spc="-10" dirty="0" smtClean="0">
                <a:latin typeface="Times New Roman"/>
                <a:cs typeface="Times New Roman"/>
              </a:rPr>
              <a:t>VAIBHAVA LAKSHMI K (192511310)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5558938"/>
            <a:ext cx="36601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UNDER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GUIDANCE:</a:t>
            </a: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DR</a:t>
            </a:r>
            <a:r>
              <a:rPr lang="en-US" sz="2400" spc="-10" dirty="0">
                <a:latin typeface="Times New Roman"/>
                <a:cs typeface="Times New Roman"/>
              </a:rPr>
              <a:t>.JEGATHEESAN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2200" y="2892560"/>
            <a:ext cx="860577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highlight>
                  <a:srgbClr val="FF00FF"/>
                </a:highlight>
                <a:latin typeface="Times New Roman"/>
                <a:cs typeface="Times New Roman"/>
              </a:rPr>
              <a:t>PYTHON PROGRAMMING –</a:t>
            </a:r>
            <a:r>
              <a:rPr lang="en-US" sz="3200" spc="-5" dirty="0">
                <a:highlight>
                  <a:srgbClr val="FF00FF"/>
                </a:highlight>
                <a:latin typeface="Times New Roman"/>
                <a:cs typeface="Times New Roman"/>
              </a:rPr>
              <a:t> </a:t>
            </a:r>
            <a:r>
              <a:rPr lang="en-US" sz="3200" spc="-10" dirty="0">
                <a:highlight>
                  <a:srgbClr val="FF00FF"/>
                </a:highlight>
                <a:latin typeface="Times New Roman"/>
                <a:cs typeface="Times New Roman"/>
              </a:rPr>
              <a:t>CSA0804/SLOT D</a:t>
            </a:r>
            <a:endParaRPr lang="en-US" sz="3200" dirty="0">
              <a:highlight>
                <a:srgbClr val="FF00FF"/>
              </a:highlight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11046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B514CD3-38D0-E458-1A07-3552B56E3A8C}"/>
              </a:ext>
            </a:extLst>
          </p:cNvPr>
          <p:cNvSpPr txBox="1"/>
          <p:nvPr/>
        </p:nvSpPr>
        <p:spPr>
          <a:xfrm>
            <a:off x="2632699" y="3505200"/>
            <a:ext cx="81115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EdTech / Digital Learning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Flask/Django, HTML, CSS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Tagline: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Learn. Play. Progress. Anywhere.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-533400"/>
            <a:ext cx="9441561" cy="1877634"/>
          </a:xfrm>
          <a:prstGeom prst="rect">
            <a:avLst/>
          </a:prstGeom>
        </p:spPr>
        <p:txBody>
          <a:bodyPr vert="horz" wrap="square" lIns="0" tIns="640275" rIns="0" bIns="0" rtlCol="0">
            <a:spAutoFit/>
          </a:bodyPr>
          <a:lstStyle/>
          <a:p>
            <a:pPr marL="1872614" algn="ctr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 OBJECTIVE</a:t>
            </a:r>
            <a:br>
              <a:rPr lang="en-US" dirty="0"/>
            </a:br>
            <a:endParaRPr spc="-65" dirty="0"/>
          </a:p>
        </p:txBody>
      </p:sp>
      <p:sp>
        <p:nvSpPr>
          <p:cNvPr id="3" name="object 3"/>
          <p:cNvSpPr txBox="1"/>
          <p:nvPr/>
        </p:nvSpPr>
        <p:spPr>
          <a:xfrm>
            <a:off x="1190510" y="1524000"/>
            <a:ext cx="10224846" cy="57239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IN DIGITAL LEARNING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students often face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or limited internet connectivity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learning platforms can become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boring and less engaging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have limited tools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individual learning progress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focus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rather than improvement and consistency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40029" marR="5080" indent="-227329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endParaRPr lang="en-US" sz="2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10" y="98399"/>
            <a:ext cx="1039900" cy="892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98399"/>
            <a:ext cx="1294517" cy="8922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4023" y="-304800"/>
            <a:ext cx="9441561" cy="1215966"/>
          </a:xfrm>
          <a:prstGeom prst="rect">
            <a:avLst/>
          </a:prstGeom>
        </p:spPr>
        <p:txBody>
          <a:bodyPr vert="horz" wrap="square" lIns="0" tIns="594606" rIns="0" bIns="0" rtlCol="0">
            <a:spAutoFit/>
          </a:bodyPr>
          <a:lstStyle/>
          <a:p>
            <a:pPr marL="3096895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 SOLUTION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600200" y="1139893"/>
            <a:ext cx="9405620" cy="64108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INTRODUCING LEARNQUEST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modules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text, videos and interactive quizzes.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XP, levels, badges and challenges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motivate continuous learning.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low-bandwidth and offline-friendly access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learning content.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teachers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and performance insights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intervention. </a:t>
            </a:r>
          </a:p>
          <a:p>
            <a:pPr marL="239395" marR="5080" indent="-227329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1701164" algn="l"/>
                <a:tab pos="3318510" algn="l"/>
                <a:tab pos="5013325" algn="l"/>
                <a:tab pos="6354445" algn="l"/>
                <a:tab pos="8068945" algn="l"/>
              </a:tabLst>
            </a:pP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113898"/>
            <a:ext cx="1039901" cy="8767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18719"/>
            <a:ext cx="1294517" cy="8718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52763"/>
            <a:ext cx="5257801" cy="794902"/>
          </a:xfrm>
          <a:prstGeom prst="rect">
            <a:avLst/>
          </a:prstGeom>
        </p:spPr>
        <p:txBody>
          <a:bodyPr vert="horz" wrap="square" lIns="0" tIns="177614" rIns="0" bIns="0" rtlCol="0">
            <a:spAutoFit/>
          </a:bodyPr>
          <a:lstStyle/>
          <a:p>
            <a:pPr marL="2034539" algn="ctr">
              <a:lnSpc>
                <a:spcPct val="100000"/>
              </a:lnSpc>
              <a:spcBef>
                <a:spcPts val="95"/>
              </a:spcBef>
            </a:pPr>
            <a:r>
              <a:rPr lang="en-IN" spc="-10" dirty="0"/>
              <a:t>WORKING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05726" y="42603"/>
            <a:ext cx="12041505" cy="1075690"/>
            <a:chOff x="150609" y="98399"/>
            <a:chExt cx="12041505" cy="10756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609" y="98399"/>
              <a:ext cx="1039901" cy="10345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9" y="139039"/>
              <a:ext cx="1524000" cy="103456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6CB08E2-A082-825A-0252-1FC9C077D3C7}"/>
              </a:ext>
            </a:extLst>
          </p:cNvPr>
          <p:cNvSpPr txBox="1"/>
          <p:nvPr/>
        </p:nvSpPr>
        <p:spPr>
          <a:xfrm>
            <a:off x="1122074" y="1147576"/>
            <a:ext cx="10589173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LEARNING JOURNEY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access subject-wise lessons and educational content.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quizzes help students test their understanding.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gain XP, badges and levels through learning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Progress analytics identify weak areas and encourage revision. </a:t>
            </a:r>
          </a:p>
          <a:p>
            <a:pPr algn="l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FLOW:</a:t>
            </a:r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→ Practice → Earn → Improve →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52213" y="108559"/>
            <a:ext cx="9487574" cy="790208"/>
          </a:xfrm>
          <a:prstGeom prst="rect">
            <a:avLst/>
          </a:prstGeom>
        </p:spPr>
        <p:txBody>
          <a:bodyPr vert="horz" wrap="square" lIns="0" tIns="198366" rIns="0" bIns="0" rtlCol="0">
            <a:spAutoFit/>
          </a:bodyPr>
          <a:lstStyle/>
          <a:p>
            <a:pPr marL="94615" algn="ctr">
              <a:lnSpc>
                <a:spcPts val="4560"/>
              </a:lnSpc>
              <a:spcBef>
                <a:spcPts val="95"/>
              </a:spcBef>
            </a:pPr>
            <a:r>
              <a:rPr lang="en-US" spc="-50" dirty="0"/>
              <a:t>GAMIFICATION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79" y="108559"/>
            <a:ext cx="1108131" cy="10244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9582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CBBE795-CA96-7DB5-1462-CCA400A04040}"/>
              </a:ext>
            </a:extLst>
          </p:cNvPr>
          <p:cNvSpPr txBox="1"/>
          <p:nvPr/>
        </p:nvSpPr>
        <p:spPr>
          <a:xfrm>
            <a:off x="533400" y="1464817"/>
            <a:ext cx="11125200" cy="562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TURNING LEARNING INTO A GAME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earn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Points (XP)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completing meaningful learning activities.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and badges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visible milestones and achievements.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Streaks and challenges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students to maintain regular learning habits.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leaderboard categories reward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improvement and consistency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8184" y="108559"/>
            <a:ext cx="9407080" cy="1195198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IN" dirty="0"/>
              <a:t>UNIQUE INNOVATION</a:t>
            </a:r>
            <a:r>
              <a:rPr lang="en-IN" spc="-50" dirty="0"/>
              <a:t/>
            </a:r>
            <a:br>
              <a:rPr lang="en-IN" spc="-50" dirty="0"/>
            </a:br>
            <a:endParaRPr lang="en-IN" sz="3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130C4BA-D073-E5DC-DDA8-CF9F229D2045}"/>
              </a:ext>
            </a:extLst>
          </p:cNvPr>
          <p:cNvSpPr txBox="1"/>
          <p:nvPr/>
        </p:nvSpPr>
        <p:spPr>
          <a:xfrm>
            <a:off x="901042" y="990600"/>
            <a:ext cx="10591800" cy="6273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GROWTH-BASED LEADERBOARD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leaderboards mainly reward students with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marks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LearnQuest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recognizes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who show significant improvement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recognition can be given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Performer, Most Improved and Most Consistent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inclusive competition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every student has a reason to participate.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9810" y="292186"/>
            <a:ext cx="894869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885" algn="ctr">
              <a:lnSpc>
                <a:spcPct val="100000"/>
              </a:lnSpc>
              <a:spcBef>
                <a:spcPts val="95"/>
              </a:spcBef>
            </a:pPr>
            <a:r>
              <a:rPr lang="en-IN" sz="3200" dirty="0"/>
              <a:t>OFFLINE &amp; LOW-BANDWIDTH LEARNING</a:t>
            </a:r>
            <a:endParaRPr lang="en-IN" sz="3000" spc="-50" dirty="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892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7483" y="29158"/>
            <a:ext cx="1294517" cy="892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00C9FC2-3125-3469-6FE4-D2040AEEB35B}"/>
              </a:ext>
            </a:extLst>
          </p:cNvPr>
          <p:cNvSpPr txBox="1"/>
          <p:nvPr/>
        </p:nvSpPr>
        <p:spPr>
          <a:xfrm>
            <a:off x="609600" y="1201661"/>
            <a:ext cx="11582400" cy="562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EVEN WHEN THE INTERNET DOESN'T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pages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text-first content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data consumption.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lessons and quizzes can be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cached for offline access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activities can be stored locally when the connection is unavailable. </a:t>
            </a: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is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with the server when connectivity returns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FLOW: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→ Download → Offline Learning → Local Progress → Reconnect → Sync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C15CE2-4B37-6FEF-76E9-660C3F40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xmlns="" id="{B7883015-217E-8D35-C0AF-E4A2C066F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03" y="0"/>
            <a:ext cx="9407080" cy="733533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US" dirty="0">
                <a:latin typeface="Times New Roman"/>
                <a:cs typeface="Times New Roman"/>
              </a:rPr>
              <a:t>T</a:t>
            </a:r>
            <a:r>
              <a:rPr lang="en-IN" dirty="0">
                <a:latin typeface="Times New Roman"/>
                <a:cs typeface="Times New Roman"/>
              </a:rPr>
              <a:t>EACHER DASHBAORD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4994B80B-3216-9BEB-CD31-C8F69C0485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89220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BD6644AF-D525-8DC1-393B-5E727CD781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7483" y="5080"/>
            <a:ext cx="1294517" cy="98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1015722-33B3-71A7-1C02-613E85441E2E}"/>
              </a:ext>
            </a:extLst>
          </p:cNvPr>
          <p:cNvSpPr txBox="1"/>
          <p:nvPr/>
        </p:nvSpPr>
        <p:spPr>
          <a:xfrm>
            <a:off x="990600" y="1447800"/>
            <a:ext cx="10591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MARKS TO MEANINGFUL INSIGHTS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monitor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and class-level performance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and module analytics help identify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learning topics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track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scores, completion rates and engagement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reports support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revision and academic intervention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61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DD4CEA-8A76-4E16-8E4C-BECEA5C9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xmlns="" id="{CF932691-8724-AC89-76CA-D865FC962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25400"/>
            <a:ext cx="10208564" cy="790336"/>
          </a:xfrm>
          <a:prstGeom prst="rect">
            <a:avLst/>
          </a:prstGeom>
        </p:spPr>
        <p:txBody>
          <a:bodyPr vert="horz" wrap="square" lIns="0" tIns="173093" rIns="0" bIns="0" rtlCol="0">
            <a:spAutoFit/>
          </a:bodyPr>
          <a:lstStyle/>
          <a:p>
            <a:pPr marL="3098800" algn="l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SYSTEM ARCHITECTURE</a:t>
            </a:r>
            <a:endParaRPr spc="-1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xmlns="" id="{8513B956-6C0C-9CEB-AE24-C64945AED9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79" y="0"/>
            <a:ext cx="1039901" cy="790336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xmlns="" id="{97CD4E52-A7BC-8215-44E4-31DEED1CE3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3043" y="-15240"/>
            <a:ext cx="1294517" cy="805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D15A229-255B-2656-7786-B1AE4964B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81" y="764936"/>
            <a:ext cx="9918304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15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A78966-1D82-33BF-B76E-13752D7E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xmlns="" id="{5C8AC37F-B3EF-113B-2132-D1D1614631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7045" y="39319"/>
            <a:ext cx="9407080" cy="733533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IN" dirty="0"/>
              <a:t>KEY FEATURES</a:t>
            </a: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EC9561EF-B070-DEDA-B7A4-9CBA0CB7E5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" y="24079"/>
            <a:ext cx="1039901" cy="73353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195720B3-F209-E937-A1E5-27FF45B52A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125" y="24079"/>
            <a:ext cx="1294517" cy="882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DBFAAF-A75F-2099-B1E1-87ECF695927D}"/>
              </a:ext>
            </a:extLst>
          </p:cNvPr>
          <p:cNvSpPr txBox="1"/>
          <p:nvPr/>
        </p:nvSpPr>
        <p:spPr>
          <a:xfrm>
            <a:off x="959903" y="1371600"/>
            <a:ext cx="10591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PLATFORM, COMPLETE LEARNING EXPERIENCE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Learning: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Modules, text and videos organized by subject.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Assessment: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Quizzes with instant results and feedback.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 Progress: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XP, levels, badges, streaks and leaderboards.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Monitoring: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progress and teacher performance dashboards. </a:t>
            </a:r>
          </a:p>
          <a:p>
            <a:pPr marL="457200" lvl="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423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53FD99-064E-0D53-16EF-82B854F3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xmlns="" id="{62D8C54E-9AA0-EA7B-5FF2-994DC21FFD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1"/>
            <a:ext cx="9407080" cy="1195198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601980" marR="498475" algn="ctr">
              <a:lnSpc>
                <a:spcPct val="100000"/>
              </a:lnSpc>
              <a:spcBef>
                <a:spcPts val="919"/>
              </a:spcBef>
            </a:pPr>
            <a:r>
              <a:rPr lang="en-IN" dirty="0"/>
              <a:t>EXPECTED IMPACT</a:t>
            </a:r>
            <a:r>
              <a:rPr lang="en-IN" spc="-50" dirty="0"/>
              <a:t/>
            </a:r>
            <a:br>
              <a:rPr lang="en-IN" spc="-50" dirty="0"/>
            </a:br>
            <a:endParaRPr lang="en-IN" sz="3000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FB906B90-BC01-731D-6017-EBB3D287A0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1A03CE09-F405-3A13-4A33-4EAE4E63B9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1D8C3AC-92A8-9A23-A5B6-D514459CBB0B}"/>
              </a:ext>
            </a:extLst>
          </p:cNvPr>
          <p:cNvSpPr txBox="1"/>
          <p:nvPr/>
        </p:nvSpPr>
        <p:spPr>
          <a:xfrm>
            <a:off x="762000" y="1447800"/>
            <a:ext cx="10730842" cy="541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MORE INCLUSIVE DIGITAL EDUCATION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engagement, motivation and consistent learning.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identification of weak areas and better progress monitoring.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Communities: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dependence on continuous high-speed internet.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System: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Data-supported learning with greater accessibility and participation.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69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5354" y="98399"/>
            <a:ext cx="9321291" cy="779513"/>
          </a:xfrm>
          <a:prstGeom prst="rect">
            <a:avLst/>
          </a:prstGeom>
        </p:spPr>
        <p:txBody>
          <a:bodyPr vert="horz" wrap="square" lIns="0" tIns="162374" rIns="0" bIns="0" rtlCol="0">
            <a:spAutoFit/>
          </a:bodyPr>
          <a:lstStyle/>
          <a:p>
            <a:pPr marL="2756535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-4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562" y="1371600"/>
            <a:ext cx="10591800" cy="5724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 lessons based on individual performance.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local-language learning for wider accessibility.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Quizzes: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adjust question difficulty based on student progress.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Voice Learning: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integration of AI tutoring and voice-based educational support.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endParaRPr lang="en-US" sz="2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1600" y="108559"/>
            <a:ext cx="9397491" cy="790336"/>
          </a:xfrm>
          <a:prstGeom prst="rect">
            <a:avLst/>
          </a:prstGeom>
        </p:spPr>
        <p:txBody>
          <a:bodyPr vert="horz" wrap="square" lIns="0" tIns="173093" rIns="0" bIns="0" rtlCol="0">
            <a:spAutoFit/>
          </a:bodyPr>
          <a:lstStyle/>
          <a:p>
            <a:pPr marL="30988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1718" y="1127627"/>
            <a:ext cx="10208564" cy="6453177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LearnQuest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education, gamification, analytics and accessibility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transforms learning from a passive activity into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 journey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offline-first approach makes digital education more suitable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low-connectivity environments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 is to make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quality, engaging and measurable learning accessible to every student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0665" algn="just">
              <a:lnSpc>
                <a:spcPct val="150000"/>
              </a:lnSpc>
              <a:spcBef>
                <a:spcPts val="1105"/>
              </a:spcBef>
            </a:pP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09" y="98399"/>
            <a:ext cx="1039901" cy="10345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5104" y="108559"/>
            <a:ext cx="1294517" cy="1019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623</Words>
  <Application>Microsoft Office PowerPoint</Application>
  <PresentationFormat>Custom</PresentationFormat>
  <Paragraphs>80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LEARNQUEST: GAMIFIED &amp; OFFLINE-FIRST LEARNING PLATFORM FOR RURAL STUDENTS</vt:lpstr>
      <vt:lpstr> OBJECTIVE </vt:lpstr>
      <vt:lpstr> SOLUTION</vt:lpstr>
      <vt:lpstr>WORKING</vt:lpstr>
      <vt:lpstr>GAMIFICATION</vt:lpstr>
      <vt:lpstr>UNIQUE INNOVATION </vt:lpstr>
      <vt:lpstr>OFFLINE &amp; LOW-BANDWIDTH LEARNING</vt:lpstr>
      <vt:lpstr>TEACHER DASHBAORD</vt:lpstr>
      <vt:lpstr>SYSTEM ARCHITECTURE</vt:lpstr>
      <vt:lpstr>KEY FEATURES</vt:lpstr>
      <vt:lpstr>EXPECTED IMPACT </vt:lpstr>
      <vt:lpstr>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LEARNQUEST: GAMIFIED &amp; OFFLINE-FIRST LEARNING PLATFORM FOR RURAL STUDENTS</dc:title>
  <dc:creator>B. Sivarangjenii</dc:creator>
  <cp:lastModifiedBy>User</cp:lastModifiedBy>
  <cp:revision>4</cp:revision>
  <dcterms:created xsi:type="dcterms:W3CDTF">2026-08-24T05:56:06Z</dcterms:created>
  <dcterms:modified xsi:type="dcterms:W3CDTF">2026-09-02T16:41:11Z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2026-08-24T00:00:00Z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2026-08-24T00:00:00Z</vt:filetime>
  </property>
  <property fmtid="{D5CDD505-2E9C-101B-9397-08002B2CF9AE}" pid="6" name="Producer">
    <vt:lpwstr>Microsoft® PowerPoint® 2024</vt:lpwstr>
  </property>
</Properties>
</file>